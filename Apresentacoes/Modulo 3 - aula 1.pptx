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d22b4a29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d22b4a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488fd5897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488fd58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88fd5897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88fd58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488fd5897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488fd58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88fd589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488fd589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 de dados</a:t>
            </a:r>
            <a:r>
              <a:rPr lang="pt-BR"/>
              <a:t> com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 e Seaborn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 random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numpy - reprodutibilidade 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import numpy as np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np.random.seed(42)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np.random.normal(media, variação)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 random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numpy - reprodutibilidade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random.normal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 que cria uma simulação estatística, sorteando números baseados na Curva de Gauss (Curva de Sino).</a:t>
            </a:r>
            <a:endParaRPr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13339" r="13726" t="0"/>
          <a:stretch/>
        </p:blipFill>
        <p:spPr>
          <a:xfrm>
            <a:off x="4642625" y="671863"/>
            <a:ext cx="4430751" cy="379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fig, ax = plt.subplots(figsize=(10, 5))</a:t>
            </a:r>
            <a:endParaRPr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</a:t>
            </a:r>
            <a:endParaRPr/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figure e axes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set_title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set_xlabel</a:t>
            </a:r>
            <a:br>
              <a:rPr lang="pt-BR"/>
            </a:br>
            <a:r>
              <a:rPr lang="pt-BR"/>
              <a:t>set_ylabel</a:t>
            </a:r>
            <a:br>
              <a:rPr lang="pt-BR"/>
            </a:br>
            <a:r>
              <a:rPr lang="pt-BR"/>
              <a:t>grid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annotate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plt.show()</a:t>
            </a:r>
            <a:endParaRPr/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</a:t>
            </a:r>
            <a:r>
              <a:rPr lang="pt-BR"/>
              <a:t>úteis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ax.bar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ax.bar_label</a:t>
            </a:r>
            <a:r>
              <a:rPr lang="pt-BR"/>
              <a:t>(barras)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ax.set_xticklabels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ax.set_title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ax.set_ylim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ax.set_xlim</a:t>
            </a:r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Barras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Linhas</a:t>
            </a:r>
            <a:endParaRPr/>
          </a:p>
        </p:txBody>
      </p:sp>
      <p:sp>
        <p:nvSpPr>
          <p:cNvPr id="103" name="Google Shape;103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ax.axhline #horizontal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ax.axvline #vertical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ax.axline #angulo da tangente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ax.plot # gráfico de linhas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desafio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 aula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50" y="466450"/>
            <a:ext cx="31908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1575" y="3134850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