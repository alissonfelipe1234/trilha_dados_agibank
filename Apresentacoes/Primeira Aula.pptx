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.fntdata"/><Relationship Id="rId6" Type="http://schemas.openxmlformats.org/officeDocument/2006/relationships/slide" Target="slides/slide1.xml"/><Relationship Id="rId18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0da9714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0da971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544c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544c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544c1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544c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0da9714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d0da9714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d0da9714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d0da9714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d0da9714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d0da9714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0da9714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d0da9714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da9714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0da9714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d0da9714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d0da9714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0da9714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d0da971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0da9714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d0da9714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8761D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solidFill>
            <a:srgbClr val="38761D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ithub.blog/news-insights/octoverse/octoverse-a-new-developer-joins-github-every-second-as-ai-leads-typescript-to-1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lab.google/" TargetMode="External"/><Relationship Id="rId4" Type="http://schemas.openxmlformats.org/officeDocument/2006/relationships/hyperlink" Target="https://jupyter.org/instal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amazon.com.br/Introdu%C3%A7%C3%A3o-Programa%C3%A7%C3%A3o-com-Python-programa%C3%A7%C3%A3o/dp/8575228862/ref=asc_df_8575228862?mcid=758771397d18323ab6c49ecc541b2533&amp;tag=googleshopp00-20&amp;linkCode=df0&amp;hvadid=709884550309&amp;hvpos=&amp;hvnetw=g&amp;hvrand=16328918140812874146&amp;hvpone=&amp;hvptwo=&amp;hvqmt=&amp;hvdev=c&amp;hvdvcmdl=&amp;hvlocint=&amp;hvlocphy=9100409&amp;hvtargid=pla-2292216075009&amp;psc=1&amp;language=pt_BR&amp;gad_source=1" TargetMode="External"/><Relationship Id="rId4" Type="http://schemas.openxmlformats.org/officeDocument/2006/relationships/hyperlink" Target="https://www.facom.ufu.br/~william/Disciplinas%202019-1/BIOTCH-GBT017-IntoducaoInformatica/285173966-aprendendo-python-pdf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Alisson Felipe Martim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Especialista Python</a:t>
            </a:r>
            <a:endParaRPr/>
          </a:p>
        </p:txBody>
      </p:sp>
      <p:pic>
        <p:nvPicPr>
          <p:cNvPr id="60" name="Google Shape;60;p13" title="presentação.jpg"/>
          <p:cNvPicPr preferRelativeResize="0"/>
          <p:nvPr/>
        </p:nvPicPr>
        <p:blipFill rotWithShape="1">
          <a:blip r:embed="rId3">
            <a:alphaModFix/>
          </a:blip>
          <a:srcRect b="0" l="0" r="0" t="22964"/>
          <a:stretch/>
        </p:blipFill>
        <p:spPr>
          <a:xfrm>
            <a:off x="5901050" y="1970950"/>
            <a:ext cx="2715600" cy="2789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Formação</a:t>
            </a:r>
            <a:endParaRPr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/>
              <a:t>Instituto Federal de São Paulo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500"/>
              <a:t>Campinas, São Paulo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500"/>
              <a:t>Análise e Desenvolvimento de sistemas: 2019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/>
              <a:t>Unicamp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500"/>
              <a:t>Campinas, São Paulo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500"/>
              <a:t>Informática: 2016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90250" y="526350"/>
            <a:ext cx="6184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Alunos apresenta</a:t>
            </a:r>
            <a:r>
              <a:rPr lang="pt-BR"/>
              <a:t>ção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pt-BR" sz="2400"/>
              <a:t>Diga seu nome, cidade e </a:t>
            </a:r>
            <a:r>
              <a:rPr i="1" lang="pt-BR" sz="2400"/>
              <a:t>área</a:t>
            </a:r>
            <a:r>
              <a:rPr i="1" lang="pt-BR" sz="2400"/>
              <a:t> de atuação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python?</a:t>
            </a:r>
            <a:endParaRPr/>
          </a:p>
        </p:txBody>
      </p:sp>
      <p:pic>
        <p:nvPicPr>
          <p:cNvPr id="82" name="Google Shape;82;p17" title="Captura de Tela 2025-12-03 às 10.52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038" y="1068425"/>
            <a:ext cx="7503913" cy="377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Captura de Tela 2025-12-03 às 10.57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1197975"/>
            <a:ext cx="7912115" cy="377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Jupyter Notebook</a:t>
            </a:r>
            <a:endParaRPr/>
          </a:p>
        </p:txBody>
      </p:sp>
      <p:pic>
        <p:nvPicPr>
          <p:cNvPr id="94" name="Google Shape;94;p19" title="Captura de Tela 2025-12-03 às 10.54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0825"/>
            <a:ext cx="8839200" cy="24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7037700" y="4229100"/>
            <a:ext cx="17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github.com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265500" y="1181700"/>
            <a:ext cx="4045200" cy="222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Configura</a:t>
            </a:r>
            <a:r>
              <a:rPr lang="pt-BR"/>
              <a:t>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ambiente local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remoto</a:t>
            </a:r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u="sng">
                <a:hlinkClick r:id="rId3"/>
              </a:rPr>
              <a:t>https://colab.google/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u="sng">
                <a:hlinkClick r:id="rId4"/>
              </a:rPr>
              <a:t>https://jupyter.org/install</a:t>
            </a:r>
            <a:r>
              <a:rPr b="1" lang="pt-BR"/>
              <a:t> 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</a:t>
            </a:r>
            <a:r>
              <a:rPr lang="pt-BR"/>
              <a:t>ção Calculadora CDB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Kahoot!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óximas aulas</a:t>
            </a:r>
            <a:endParaRPr/>
          </a:p>
        </p:txBody>
      </p:sp>
      <p:sp>
        <p:nvSpPr>
          <p:cNvPr id="117" name="Google Shape;117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Rob</a:t>
            </a:r>
            <a:r>
              <a:rPr lang="pt-BR"/>
              <a:t>ô que faz cotação </a:t>
            </a:r>
            <a:r>
              <a:rPr lang="pt-BR"/>
              <a:t>dólar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Sistemas de cadastro de investimentos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Desafio semanal</a:t>
            </a:r>
            <a:endParaRPr/>
          </a:p>
        </p:txBody>
      </p:sp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Fontes e </a:t>
            </a:r>
            <a:r>
              <a:rPr lang="pt-BR"/>
              <a:t>referências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Livro fundamentos python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Aprendendo Python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Documentação oficial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