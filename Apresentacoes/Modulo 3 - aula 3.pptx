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2e8028aa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2e8028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88fd5897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88fd58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88fd5897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88fd58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488fd5897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488fd58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41875"/>
            <a:ext cx="85206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/>
              <a:t>"Lembre-se que as pessoas podem tirar tudo de você, menos o seu conhecimento."​ </a:t>
            </a:r>
            <a:endParaRPr i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84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Albert Einstein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 de dados com 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Matplotlib e Seaborn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contextily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seaborn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novos comandos</a:t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despine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kdeplot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sns.kdeplot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kernel density estimate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KDEplot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939500" y="724075"/>
            <a:ext cx="4086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import matplotlib.image as mpimg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/>
            </a:br>
            <a:r>
              <a:rPr lang="pt-BR"/>
              <a:t>mpimg.imread('endereço.png')</a:t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Matplot image</a:t>
            </a:r>
            <a:endParaRPr/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 </a:t>
            </a:r>
            <a:r>
              <a:rPr lang="pt-BR"/>
              <a:t>úteis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import contextily as ctx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ctx.add_basemap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contextily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