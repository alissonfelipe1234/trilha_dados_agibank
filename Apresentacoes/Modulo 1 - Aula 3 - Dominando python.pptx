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d22b4a29_0_1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d22b4a2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dd22b4a29_0_3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dd22b4a29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dd22b4a29_0_2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dd22b4a29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dd22b4a29_0_28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dd22b4a29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dd22b4a29_0_2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dd22b4a2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dd22b4a29_0_30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dd22b4a29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dd22b4a29_0_3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dd22b4a29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dd22b4a29_0_3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dd22b4a29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dd22b4a29_0_3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dd22b4a29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Aula 3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</a:t>
            </a:r>
            <a:r>
              <a:rPr lang="pt-BR"/>
              <a:t>ções, threads e socket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Função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</a:t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 nome_funcao():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    pass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def nome_fun(parametro):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    return parametro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def nome_fun(parametro):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    print(parametro)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Coment</a:t>
            </a:r>
            <a:r>
              <a:rPr lang="pt-BR"/>
              <a:t>á</a:t>
            </a:r>
            <a:r>
              <a:rPr lang="pt-BR"/>
              <a:t>rios</a:t>
            </a:r>
            <a:endParaRPr/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 </a:t>
            </a:r>
            <a:endParaRPr/>
          </a:p>
        </p:txBody>
      </p:sp>
      <p:sp>
        <p:nvSpPr>
          <p:cNvPr id="69" name="Google Shape;69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def chat_com_grupo():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    """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    realiza operação chat com grupo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    trilha python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    """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    print("ok")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Threads</a:t>
            </a:r>
            <a:endParaRPr/>
          </a:p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GIL</a:t>
            </a:r>
            <a:endParaRPr/>
          </a:p>
        </p:txBody>
      </p:sp>
      <p:sp>
        <p:nvSpPr>
          <p:cNvPr id="76" name="Google Shape;76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35"/>
              <a:t>O que é o Global Interpreter Lock (GIL)?</a:t>
            </a:r>
            <a:endParaRPr b="1" sz="20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O Global Interpreter Lock (GIL) é um mutex que protege o acesso a objetos Python, impedindo que múltiplas threads nativas executem bytecode Python simultaneamente.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O GIL torna as threads Python mais eficientes para tarefas com uso intensivo de I/O, mas limita seu desempenho para tarefas com uso intensivo de CPU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Threads</a:t>
            </a:r>
            <a:endParaRPr/>
          </a:p>
        </p:txBody>
      </p:sp>
      <p:sp>
        <p:nvSpPr>
          <p:cNvPr id="82" name="Google Shape;82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</a:t>
            </a:r>
            <a:endParaRPr/>
          </a:p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import threading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tarefa = threading.Thread(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        target=funcao,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        args=("1", "2")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    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outra_</a:t>
            </a:r>
            <a:r>
              <a:rPr lang="pt-BR"/>
              <a:t>tarefa = threading.Thread(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        target=outra_funcao,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        args=()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    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Threads</a:t>
            </a:r>
            <a:endParaRPr/>
          </a:p>
        </p:txBody>
      </p:sp>
      <p:sp>
        <p:nvSpPr>
          <p:cNvPr id="89" name="Google Shape;89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</a:t>
            </a:r>
            <a:endParaRPr/>
          </a:p>
        </p:txBody>
      </p:sp>
      <p:sp>
        <p:nvSpPr>
          <p:cNvPr id="90" name="Google Shape;90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    tarefa.daemon = True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    tarefa.start()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    </a:t>
            </a:r>
            <a:r>
              <a:rPr lang="pt-BR"/>
              <a:t>outra_tarefa.start()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Sockets</a:t>
            </a:r>
            <a:endParaRPr/>
          </a:p>
        </p:txBody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Teoria Portas</a:t>
            </a:r>
            <a:endParaRPr/>
          </a:p>
        </p:txBody>
      </p:sp>
      <p:sp>
        <p:nvSpPr>
          <p:cNvPr id="97" name="Google Shape;97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 portas reservadas (0-1023) são reservadas para serviços comuns como </a:t>
            </a:r>
            <a:r>
              <a:rPr b="1" lang="pt-BR"/>
              <a:t>HTTP</a:t>
            </a:r>
            <a:r>
              <a:rPr lang="pt-BR"/>
              <a:t> (porta 80) , </a:t>
            </a:r>
            <a:r>
              <a:rPr b="1" lang="pt-BR"/>
              <a:t>HTTPS</a:t>
            </a:r>
            <a:r>
              <a:rPr lang="pt-BR"/>
              <a:t> (porta 443) , </a:t>
            </a:r>
            <a:r>
              <a:rPr b="1" lang="pt-BR"/>
              <a:t>FTP</a:t>
            </a:r>
            <a:r>
              <a:rPr lang="pt-BR"/>
              <a:t> (portas 20/21) e </a:t>
            </a:r>
            <a:r>
              <a:rPr b="1" lang="pt-BR"/>
              <a:t>SMTP</a:t>
            </a:r>
            <a:r>
              <a:rPr lang="pt-BR"/>
              <a:t> (porta 25) 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Essas portas são padronizadas pela Autoridade para Atribuição de Números da Internet (IANA) para garantir consistência entre diferentes sistemas e redes.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Sockets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Teoria Portas</a:t>
            </a:r>
            <a:endParaRPr/>
          </a:p>
        </p:txBody>
      </p:sp>
      <p:sp>
        <p:nvSpPr>
          <p:cNvPr id="104" name="Google Shape;104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 portas registradas (1.024-49.151) são atribuídas pela IANA</a:t>
            </a:r>
            <a:r>
              <a:rPr lang="pt-BR"/>
              <a:t> </a:t>
            </a:r>
            <a:r>
              <a:rPr lang="pt-BR"/>
              <a:t>a serviços específicos mediante solicitação, embora não sejam tão rigorosamente controladas quanto as portas reservadas.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As portas dinâmicas ou privadas (49.152-65.535) são normalmente usadas para conexões temporárias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Sockets</a:t>
            </a:r>
            <a:endParaRPr/>
          </a:p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 servidor</a:t>
            </a:r>
            <a:endParaRPr/>
          </a:p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812500" y="724200"/>
            <a:ext cx="42681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import socket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sock = socket.socket()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conexao</a:t>
            </a:r>
            <a:r>
              <a:rPr lang="pt-BR"/>
              <a:t>, ip = sock.accept()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conexao</a:t>
            </a:r>
            <a:r>
              <a:rPr lang="pt-BR"/>
              <a:t>.recv(10) #limite 10 bytes/letras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Sockets</a:t>
            </a:r>
            <a:endParaRPr/>
          </a:p>
        </p:txBody>
      </p:sp>
      <p:sp>
        <p:nvSpPr>
          <p:cNvPr id="117" name="Google Shape;117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 servidor</a:t>
            </a:r>
            <a:endParaRPr/>
          </a:p>
        </p:txBody>
      </p:sp>
      <p:sp>
        <p:nvSpPr>
          <p:cNvPr id="118" name="Google Shape;118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import socket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sock = socket.socket()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sock.connect(("8.8.8.8", 80))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sock.send("texto")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sock.close()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Criar Chat</a:t>
            </a:r>
            <a:endParaRPr/>
          </a:p>
        </p:txBody>
      </p:sp>
      <p:sp>
        <p:nvSpPr>
          <p:cNvPr id="124" name="Google Shape;124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 criptografia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</a:t>
            </a:r>
            <a:r>
              <a:rPr lang="pt-BR"/>
              <a:t>óxima aula</a:t>
            </a: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25" y="300200"/>
            <a:ext cx="3190875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 rotWithShape="1">
          <a:blip r:embed="rId4">
            <a:alphaModFix/>
          </a:blip>
          <a:srcRect b="0" l="14550" r="12515" t="8147"/>
          <a:stretch/>
        </p:blipFill>
        <p:spPr>
          <a:xfrm>
            <a:off x="5308000" y="2571750"/>
            <a:ext cx="3445800" cy="2436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