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AD26C9-1B7C-4D7C-8A9F-92588C586BB8}">
  <a:tblStyle styleId="{F9AD26C9-1B7C-4D7C-8A9F-92588C586B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b6ab11b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b6ab11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d22b4a29_0_3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d22b4a2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Pandas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Quadro de H</a:t>
            </a:r>
            <a:r>
              <a:rPr lang="pt-BR"/>
              <a:t>orários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952500" y="1760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{F9AD26C9-1B7C-4D7C-8A9F-92588C586BB8}</a:tableStyleId>
              </a:tblPr>
              <a:tblGrid>
                <a:gridCol w="1639600"/>
                <a:gridCol w="5599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Horário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Atividade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14:00 - 14:15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Apresentação dashboard em pandas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>
                          <a:solidFill>
                            <a:schemeClr val="dk1"/>
                          </a:solidFill>
                        </a:rPr>
                        <a:t>14:15 - 15:00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Teoria e conceitos </a:t>
                      </a:r>
                      <a:r>
                        <a:rPr lang="pt-BR" sz="1600"/>
                        <a:t>fundamentais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15:00 - 15:30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Desafio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15:30 - 15:45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Intervalo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15:45 - 16:00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Resolu</a:t>
                      </a:r>
                      <a:r>
                        <a:rPr lang="pt-BR" sz="1600"/>
                        <a:t>ção e próximos passos</a:t>
                      </a:r>
                      <a:endParaRPr sz="16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Dashboard Pandas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numpy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Desafio</a:t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Devedores da Dívida Ativa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Aposentadorias BCB (RJU)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6454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</a:t>
            </a:r>
            <a:r>
              <a:rPr lang="pt-BR"/>
              <a:t>óxima aula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1561200" y="1986300"/>
            <a:ext cx="6021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pt-BR" sz="2600">
                <a:solidFill>
                  <a:schemeClr val="dk2"/>
                </a:solidFill>
              </a:rPr>
              <a:t>Numpy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pt-BR" sz="2600">
                <a:solidFill>
                  <a:schemeClr val="dk2"/>
                </a:solidFill>
              </a:rPr>
              <a:t>Normalização de dados</a:t>
            </a:r>
            <a:endParaRPr sz="2600">
              <a:solidFill>
                <a:schemeClr val="dk2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lang="pt-BR" sz="2600">
                <a:solidFill>
                  <a:schemeClr val="dk2"/>
                </a:solidFill>
              </a:rPr>
              <a:t>Projeto final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