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2e8028aa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2e8028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d22b4a29_0_2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dd22b4a2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dd22b4a29_0_2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dd22b4a2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488fd5897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488fd589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488fd5897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488fd58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488fd5897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488fd58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mwaskom/seaborn-data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41875"/>
            <a:ext cx="85206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/>
              <a:t>"</a:t>
            </a:r>
            <a:r>
              <a:rPr i="1" lang="pt-BR"/>
              <a:t>A arte de programar consiste na arte de organizar e dominar a complexidade.</a:t>
            </a:r>
            <a:endParaRPr i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84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Edsger Wybe Dijkstra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Visualização de dados com 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Matplotlib e Seaborn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</a:t>
            </a:r>
            <a:r>
              <a:rPr lang="pt-BR"/>
              <a:t>seaborn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import seaborn as sns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sns.set_theme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Tema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Datasets prontos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sns.load_dataset('tips')</a:t>
            </a:r>
            <a:br>
              <a:rPr lang="pt-B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https://github.com/mwaskom/seaborn-data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sns.histplot</a:t>
            </a:r>
            <a:endParaRPr/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Histograma</a:t>
            </a:r>
            <a:endParaRPr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939500" y="724075"/>
            <a:ext cx="4086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sns.scatterplot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sns.regplot # linha de regressão linear</a:t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</a:t>
            </a:r>
            <a:r>
              <a:rPr lang="pt-BR"/>
              <a:t>ráfico de dispersão</a:t>
            </a:r>
            <a:endParaRPr/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</a:t>
            </a:r>
            <a:r>
              <a:rPr lang="pt-BR"/>
              <a:t>úteis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sns.jointplot</a:t>
            </a:r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265500" y="1233175"/>
            <a:ext cx="4045200" cy="22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Histograma </a:t>
            </a:r>
            <a:endParaRPr/>
          </a:p>
          <a:p>
            <a:pPr indent="-495300" lvl="0" marL="457200" rtl="0" algn="ctr">
              <a:spcBef>
                <a:spcPts val="0"/>
              </a:spcBef>
              <a:spcAft>
                <a:spcPts val="0"/>
              </a:spcAft>
              <a:buSzPts val="4200"/>
              <a:buChar char="+"/>
            </a:pPr>
            <a:r>
              <a:t/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Dispers</a:t>
            </a:r>
            <a:r>
              <a:rPr lang="pt-BR"/>
              <a:t>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322700"/>
            <a:ext cx="8520600" cy="7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óxima aula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00" y="1639175"/>
            <a:ext cx="3377326" cy="211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7501" y="1218200"/>
            <a:ext cx="4664098" cy="2686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