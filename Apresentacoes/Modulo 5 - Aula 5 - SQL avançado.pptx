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90c3bffa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90c3bff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90c3bff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90c3bff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b90c3bff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b90c3bf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b90c3bff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b90c3bff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90c3bff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90c3bff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b90c3bff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b90c3bff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90c3bff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90c3bff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b90c3bff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b90c3bff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b90c3bff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b90c3bff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b90c3bff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b90c3bff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90c3bff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b90c3bff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b90c3bff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b90c3bff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CTEs, Janelas e Performance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CTEs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Common Table Expression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CTEs (WITH) vs. Subconsultas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O problema:</a:t>
            </a:r>
            <a:r>
              <a:rPr lang="pt-BR"/>
              <a:t> </a:t>
            </a:r>
            <a:r>
              <a:rPr lang="pt-BR"/>
              <a:t>Subconsultas são queries dentro de queries. O banco entende bem, mas o ser humano não.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Dificuldade:</a:t>
            </a:r>
            <a:r>
              <a:rPr lang="pt-BR"/>
              <a:t> Para entender a lógica, você precisa ler de "dentro para fora".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Manutenção:</a:t>
            </a:r>
            <a:r>
              <a:rPr lang="pt-BR"/>
              <a:t> Se der erro na linha 45, você não sabe se foi na query de dentro ou na de fora.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36900"/>
            <a:ext cx="4313700" cy="47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SELECT 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    regiao, AVG(total_venda) 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FROM (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    SELECT *    FROM (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        SELECT id, regiao, valor * 0.9 as total_venda 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        FROM vendas 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        WHERE status = 'OK'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    ) AS tabela_limpa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    WHERE total_venda &gt; 1000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80000"/>
                </a:solidFill>
              </a:rPr>
              <a:t>) AS tabela_final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rgbClr val="980000"/>
                </a:solidFill>
              </a:rPr>
              <a:t>GROUP BY regiao;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0300" y="136900"/>
            <a:ext cx="4313700" cy="47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74E13"/>
                </a:solidFill>
              </a:rPr>
              <a:t>WITH vendas_limpas AS (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    SELECT id, regiao, valor * 0.9 as total_venda 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    FROM vendas 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    WHERE status = 'OK'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),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vendas_altas AS (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    SELECT id, regiao, </a:t>
            </a:r>
            <a:r>
              <a:rPr lang="pt-BR">
                <a:solidFill>
                  <a:srgbClr val="274E13"/>
                </a:solidFill>
              </a:rPr>
              <a:t>total_venda </a:t>
            </a:r>
            <a:r>
              <a:rPr lang="pt-BR">
                <a:solidFill>
                  <a:srgbClr val="274E13"/>
                </a:solidFill>
              </a:rPr>
              <a:t>FROM vendas_limpas 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    WHERE total_venda &gt; 1000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)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SELECT 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    regiao, 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274E13"/>
                </a:solidFill>
              </a:rPr>
              <a:t>    AVG(total_venda) 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74E13"/>
                </a:solidFill>
              </a:rPr>
              <a:t>FROM vendas_altas 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rgbClr val="274E13"/>
                </a:solidFill>
              </a:rPr>
              <a:t>GROUP BY regiao;</a:t>
            </a:r>
            <a:endParaRPr>
              <a:solidFill>
                <a:srgbClr val="274E1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para Trino</a:t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 Trino otimiza CTEs muito bem. Além de legível, ajuda o motor a organizar o plano de execução.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WINDOW FUNCTION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O Conceito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GROUP BY: Esmaga as linhas. 100 vendas viram 1 linha de "Total".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WINDOW FUNCTION: Mantém as linhas. 100 vendas continuam sendo 100 linhas, mas cada linha ganha uma coluna extra com uma informação do "todo".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Sintaxe Mágica</a:t>
            </a:r>
            <a:endParaRPr/>
          </a:p>
        </p:txBody>
      </p:sp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OVER (PARTITION BY ... ORDER BY ...)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OVER: "Olhe para a janela de dados, não para a linha sozinha."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PARTITION BY: "Reinicie a conta quando mudar esta coluna."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ORDER BY: "Para fazer o ranking, qual a ordem da fila?"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Rankeamento</a:t>
            </a:r>
            <a:endParaRPr/>
          </a:p>
        </p:txBody>
      </p:sp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ROW_NUMBER</a:t>
            </a:r>
            <a:r>
              <a:rPr lang="pt-BR"/>
              <a:t>(): O critério de desempate forçado.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Resultado: 1º, 2º, 3º, 4º (Mesmo se houver empate, ele força uma ordem).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RANK</a:t>
            </a:r>
            <a:r>
              <a:rPr lang="pt-BR"/>
              <a:t>(): O pódio olímpico.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Resultado: 1º, 2º, 2º, 4º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DENSE_RANK</a:t>
            </a:r>
            <a:r>
              <a:rPr lang="pt-BR"/>
              <a:t>(): O pódio justo.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Resultado: 1º, 2º, 2º, 3º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SELECT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loja,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vendedor,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valor_venda,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RANK() OVER (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    PARTITION BY loja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    ORDER BY valor_venda DESC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 ) as posicao_no_ranking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   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FROM vendas;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2" type="body"/>
          </p:nvPr>
        </p:nvSpPr>
        <p:spPr>
          <a:xfrm>
            <a:off x="4939500" y="724075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980000"/>
                </a:solidFill>
              </a:rPr>
              <a:t>-- Não otimizado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980000"/>
                </a:solidFill>
              </a:rPr>
              <a:t>WHERE year(data_venda) = 2024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202625" y="847150"/>
            <a:ext cx="420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38761D"/>
                </a:solidFill>
              </a:rPr>
              <a:t>-- Bom exemplo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38761D"/>
                </a:solidFill>
              </a:rPr>
              <a:t>WHERE data_venda &gt;= '2024-01-01' AND data_venda &lt; '2025-01-01'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Filtrar colunas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SELECT *: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Obriga o banco a descompactar colunas inúteis que você não vai usar.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SELECT id, valor: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banco lê apenas 2 colunas do disco. É 10x mais rápido.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Ordem dos Fatores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Embora os otimizadores modernos tentem corrigir: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Filtre (</a:t>
            </a:r>
            <a:r>
              <a:rPr b="1" lang="pt-BR"/>
              <a:t>WHERE</a:t>
            </a:r>
            <a:r>
              <a:rPr lang="pt-BR"/>
              <a:t>) antes de juntar (</a:t>
            </a:r>
            <a:r>
              <a:rPr b="1" lang="pt-BR"/>
              <a:t>JOIN</a:t>
            </a:r>
            <a:r>
              <a:rPr lang="pt-BR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Reduza o dataset o máximo possível antes de operações pesadas.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303125"/>
            <a:ext cx="8520600" cy="44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980000"/>
                </a:solidFill>
              </a:rPr>
              <a:t>SELECT * FROM bilhoes_de_vendas v JOIN clientes c ON v.id_cliente = c.id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980000"/>
                </a:solidFill>
              </a:rPr>
              <a:t>WHERE v.data = 'hoje'; 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8761D"/>
                </a:solidFill>
              </a:rPr>
              <a:t>WITH vendas_hoje AS (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8761D"/>
                </a:solidFill>
              </a:rPr>
              <a:t>    SELECT id_cliente, valor 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8761D"/>
                </a:solidFill>
              </a:rPr>
              <a:t>    FROM bilhoes_de_vendas 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8761D"/>
                </a:solidFill>
              </a:rPr>
              <a:t>    WHERE data = 'hoje' 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8761D"/>
                </a:solidFill>
              </a:rPr>
              <a:t>)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8761D"/>
                </a:solidFill>
              </a:rPr>
              <a:t>SELECT id_cliente, valor, nome_cliente FROM vendas_hoje v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rgbClr val="38761D"/>
                </a:solidFill>
              </a:rPr>
              <a:t>JOIN clientes c ON v.id_cliente = c.id;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Pair coding</a:t>
            </a:r>
            <a:endParaRPr/>
          </a:p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